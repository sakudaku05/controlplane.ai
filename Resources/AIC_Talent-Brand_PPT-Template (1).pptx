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94" r:id="rId3"/>
    <p:sldMasterId id="2147483699" r:id="rId4"/>
    <p:sldMasterId id="2147483713" r:id="rId5"/>
  </p:sldMasterIdLst>
  <p:notesMasterIdLst>
    <p:notesMasterId r:id="rId13"/>
  </p:notesMasterIdLst>
  <p:sldIdLst>
    <p:sldId id="820" r:id="rId6"/>
    <p:sldId id="2870" r:id="rId7"/>
    <p:sldId id="2857" r:id="rId8"/>
    <p:sldId id="1906872563" r:id="rId9"/>
    <p:sldId id="1906872569" r:id="rId10"/>
    <p:sldId id="190687257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umit" userId="1897bf9b-0dd3-4194-b659-65bd26db6033" providerId="ADAL" clId="{5772E9CC-A2D7-4A18-9F3D-98CD1ADE6210}"/>
    <pc:docChg chg="undo custSel addSld delSld modSld modMainMaster">
      <pc:chgData name="Gupta, Sumit" userId="1897bf9b-0dd3-4194-b659-65bd26db6033" providerId="ADAL" clId="{5772E9CC-A2D7-4A18-9F3D-98CD1ADE6210}" dt="2026-08-12T11:52:43.731" v="19" actId="47"/>
      <pc:docMkLst>
        <pc:docMk/>
      </pc:docMkLst>
      <pc:sldChg chg="add">
        <pc:chgData name="Gupta, Sumit" userId="1897bf9b-0dd3-4194-b659-65bd26db6033" providerId="ADAL" clId="{5772E9CC-A2D7-4A18-9F3D-98CD1ADE6210}" dt="2026-08-12T11:52:41.597" v="18"/>
        <pc:sldMkLst>
          <pc:docMk/>
          <pc:sldMk cId="4229161518" sldId="820"/>
        </pc:sldMkLst>
      </pc:sldChg>
      <pc:sldChg chg="del">
        <pc:chgData name="Gupta, Sumit" userId="1897bf9b-0dd3-4194-b659-65bd26db6033" providerId="ADAL" clId="{5772E9CC-A2D7-4A18-9F3D-98CD1ADE6210}" dt="2026-08-12T11:52:43.731" v="19" actId="47"/>
        <pc:sldMkLst>
          <pc:docMk/>
          <pc:sldMk cId="1508494297" sldId="945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959471642" sldId="2857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80955698" sldId="2870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969716135" sldId="1906872563"/>
        </pc:sldMkLst>
      </pc:sldChg>
      <pc:sldChg chg="delSp modSp add mod">
        <pc:chgData name="Gupta, Sumit" userId="1897bf9b-0dd3-4194-b659-65bd26db6033" providerId="ADAL" clId="{5772E9CC-A2D7-4A18-9F3D-98CD1ADE6210}" dt="2026-07-24T04:48:25.970" v="2" actId="20577"/>
        <pc:sldMkLst>
          <pc:docMk/>
          <pc:sldMk cId="2205980423" sldId="1906872569"/>
        </pc:sldMkLst>
        <pc:spChg chg="mod">
          <ac:chgData name="Gupta, Sumit" userId="1897bf9b-0dd3-4194-b659-65bd26db6033" providerId="ADAL" clId="{5772E9CC-A2D7-4A18-9F3D-98CD1ADE6210}" dt="2026-07-24T04:48:25.970" v="2" actId="20577"/>
          <ac:spMkLst>
            <pc:docMk/>
            <pc:sldMk cId="2205980423" sldId="1906872569"/>
            <ac:spMk id="4" creationId="{00000000-0000-0000-0000-000000000000}"/>
          </ac:spMkLst>
        </pc:spChg>
      </pc:sldChg>
      <pc:sldChg chg="modSp add mod">
        <pc:chgData name="Gupta, Sumit" userId="1897bf9b-0dd3-4194-b659-65bd26db6033" providerId="ADAL" clId="{5772E9CC-A2D7-4A18-9F3D-98CD1ADE6210}" dt="2026-07-24T04:48:43.369" v="7" actId="20577"/>
        <pc:sldMkLst>
          <pc:docMk/>
          <pc:sldMk cId="3845603560" sldId="1906872570"/>
        </pc:sldMkLst>
        <pc:spChg chg="mod">
          <ac:chgData name="Gupta, Sumit" userId="1897bf9b-0dd3-4194-b659-65bd26db6033" providerId="ADAL" clId="{5772E9CC-A2D7-4A18-9F3D-98CD1ADE6210}" dt="2026-07-24T04:48:43.369" v="7" actId="20577"/>
          <ac:spMkLst>
            <pc:docMk/>
            <pc:sldMk cId="3845603560" sldId="1906872570"/>
            <ac:spMk id="4" creationId="{00000000-0000-0000-0000-000000000000}"/>
          </ac:spMkLst>
        </pc:spChg>
      </pc:sldChg>
      <pc:sldMasterChg chg="delSldLayout modSldLayout">
        <pc:chgData name="Gupta, Sumit" userId="1897bf9b-0dd3-4194-b659-65bd26db6033" providerId="ADAL" clId="{5772E9CC-A2D7-4A18-9F3D-98CD1ADE6210}" dt="2026-07-24T04:49:43.724" v="17"/>
        <pc:sldMasterMkLst>
          <pc:docMk/>
          <pc:sldMasterMk cId="3154538439" sldId="2147483660"/>
        </pc:sldMasterMkLst>
        <pc:sldLayoutChg chg="modSp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2368417819" sldId="2147483662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2368417819" sldId="2147483662"/>
              <ac:spMk id="3" creationId="{1BFF566D-EEFC-0454-54B0-66CBAB8DA700}"/>
            </ac:spMkLst>
          </pc:spChg>
        </pc:sldLayoutChg>
        <pc:sldLayoutChg chg="addSp delSp modSp mod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726607555" sldId="2147483673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726607555" sldId="2147483673"/>
              <ac:spMk id="2" creationId="{8F090878-FDCB-E32E-7E4D-4A1D113FA50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.pn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24549" y="358356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3588203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24549" y="1600631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160527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30446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824549" y="228869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228685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28739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816294" y="427162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426978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FC8AB6A1-27E9-4726-8EED-1379C2B79D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99EB2F96-A524-4376-ABC5-3FEBABEBAA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74109FF-31FD-44DD-9BFD-B595E095CC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9776" y="1597537"/>
            <a:ext cx="4395264" cy="3523001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accent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2731847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3" y="377805"/>
            <a:ext cx="11421740" cy="1565295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defRPr sz="6000" cap="none">
                <a:solidFill>
                  <a:schemeClr val="tx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44">
            <a:extLst>
              <a:ext uri="{FF2B5EF4-FFF2-40B4-BE49-F238E27FC236}">
                <a16:creationId xmlns:a16="http://schemas.microsoft.com/office/drawing/2014/main" id="{62554568-01B3-4431-8A8E-3067ECE43F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512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06</a:t>
            </a:r>
            <a:endParaRPr lang="en-GB"/>
          </a:p>
        </p:txBody>
      </p:sp>
      <p:sp>
        <p:nvSpPr>
          <p:cNvPr id="71" name="Text Placeholder 44">
            <a:extLst>
              <a:ext uri="{FF2B5EF4-FFF2-40B4-BE49-F238E27FC236}">
                <a16:creationId xmlns:a16="http://schemas.microsoft.com/office/drawing/2014/main" id="{CCA78229-FDF4-4DB6-B436-CBCFEF9314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57730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07</a:t>
            </a:r>
            <a:endParaRPr lang="en-GB"/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17948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08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8166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09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10</a:t>
            </a:r>
            <a:endParaRPr lang="en-GB"/>
          </a:p>
        </p:txBody>
      </p:sp>
      <p:sp>
        <p:nvSpPr>
          <p:cNvPr id="75" name="Text Placeholder 44">
            <a:extLst>
              <a:ext uri="{FF2B5EF4-FFF2-40B4-BE49-F238E27FC236}">
                <a16:creationId xmlns:a16="http://schemas.microsoft.com/office/drawing/2014/main" id="{D012A4F1-1A7B-4861-AAD0-9C8C48E69A0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7512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76" name="Text Placeholder 44">
            <a:extLst>
              <a:ext uri="{FF2B5EF4-FFF2-40B4-BE49-F238E27FC236}">
                <a16:creationId xmlns:a16="http://schemas.microsoft.com/office/drawing/2014/main" id="{87432211-FA1B-4912-9E9D-1B7D1089CA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57730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17948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78166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04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05</a:t>
            </a:r>
            <a:endParaRPr lang="en-GB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439731EE-FBBF-4749-8E58-161D1BD24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512" y="315947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53987512-4428-45A6-9E5A-ECC62C5A784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61856" y="314370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17946" y="316263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82290" y="314686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314502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02847DEE-A5F9-4C29-B154-1544212CE4E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9257" y="514240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8FDB1794-F8AB-4138-AAA1-A52DD6E79A3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853601" y="512663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09691" y="514556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774035" y="512979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512795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id="{DF893CCF-7E5D-47A2-BEAA-290732009D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29F35-82A7-4CD0-B264-4B8953C83B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2728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2D7B9C33-7860-4A78-8365-326155D0DC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75CA6DF9-3D47-44A0-9AE6-EE81F57784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7948321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538F56B-ECAD-430D-86B3-CA43CA930B1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411000" y="1945849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03EC794A-FC92-4AAF-AE86-050FA799F5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1586DA7-028B-46B2-8DE5-CD490E3A72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CAD60B4-85E8-4266-A468-73C7C71B2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36396688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42A75EB-71CE-4543-ADEB-9A7264CF8B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807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BCD1C719-53DB-4DE0-999D-A83E05EEDF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46803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933372D4-A8C3-4A0E-8BC4-35430C7D44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0432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12AE7316-6AEE-48C3-B262-F48CA4EEC2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43428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309F3C08-340B-4262-BE8D-7E0EC29922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4" name="Slide Number Placeholder 9">
            <a:extLst>
              <a:ext uri="{FF2B5EF4-FFF2-40B4-BE49-F238E27FC236}">
                <a16:creationId xmlns:a16="http://schemas.microsoft.com/office/drawing/2014/main" id="{D8EB1850-1114-408C-A2E4-09622ECAB1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F77B05F-F630-4362-9489-073AAEA27D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1F1FA6F-6B29-4B4E-AC66-C4BE76E3CE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93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E4CAE9FD-CC6F-4B12-A12B-D279A44AE3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8001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</p:spTree>
    <p:extLst>
      <p:ext uri="{BB962C8B-B14F-4D97-AF65-F5344CB8AC3E}">
        <p14:creationId xmlns:p14="http://schemas.microsoft.com/office/powerpoint/2010/main" val="7592727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928174"/>
            <a:ext cx="12191998" cy="440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812566C2-550C-428D-9F25-97BA6ACC6D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802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50056D35-DC61-4D0F-B0C2-B062F0DD56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5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4F54E055-BFC8-4967-AD47-F082AF139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02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17A9C8F1-2B45-4232-AB93-26450C462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5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D7F2FA40-8443-415A-BCEC-57907AD7C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02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4DFB22B2-7DED-4F30-9EEB-FB3AE9BC74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45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80618C3C-6BED-4F24-8BC3-0BA6574D0A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17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18039CC1-2EA8-4C41-979B-4D20FB6809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5A1FF5E6-3D7C-4087-AFF1-48A99E04CE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17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B2C9A29-68E9-4B62-8688-F3255D0DC6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353E4163-5423-4488-93B4-72E261A04E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17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EC5DB573-F8E8-4DEA-AEA6-9E4D218638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A822CE51-5843-4191-8C13-33C560880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94660267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754996"/>
            <a:ext cx="12191998" cy="4578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FFD4091F-4540-47D0-9D89-6BCB0291E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53346DC2-FD7B-49C4-8AAB-B359175B7B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AC42A312-9979-4A01-9158-57CD4C8CA3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1000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E6AD4056-7137-4DCF-A115-E508E36FD5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80999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C209F1A0-3F27-4F19-87B3-B17D5D0FF7A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03436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8FD5C041-A388-41EA-ABD7-248D2E8C55D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03435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C81EE5FD-7567-45E7-B11B-1CDE922D19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03434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9538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9EABE65-FD93-400B-BAEB-2365B18C10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575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47176E6-F8F4-49FC-A12D-CEB5CA6D6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5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AF73BDE-319D-4219-A5C1-DEB5792189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7451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0DF4D03-0BE8-4D31-82A4-F39747E4BF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7451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12886E8-E82B-4DDD-A8BC-ECFC852D39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5328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B202F5B-10E0-4D04-965B-2D05E3CD1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5328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B25A7F6-703D-4F00-A0EC-1566C7F2D3D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26FD1142-0F2D-45CB-946D-E52751A238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133236912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9DFDC4DC-01F9-4BD6-BF0E-69725B783A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24432DF7-B547-40FF-A825-45A78D2CB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33FEC15-78F4-43A2-A63C-053354C123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43456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5EA5DC18-5421-48CE-8B85-A27A2B4A50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3456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B0E58F9C-D684-471B-BFF1-044DDB7AB07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912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4FEA6FC0-ADA0-43DC-9D26-5E114F0737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05912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8F8EE1D1-37AE-4F77-B057-69366C5878F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8368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91797188-BDCB-4CC5-BCBE-30AD9A4C45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68368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9D5BE5DC-7FFD-494C-891B-8A475F26F4E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3A863DAF-BB89-4865-8063-7F6B6BAB45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70A387-6C5D-4E48-960C-8587FDB8A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406299295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eopl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7E061C87-E253-4832-BFB5-F70B539C645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47889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9A86D32D-DCCA-FB41-AD6B-6114273CE67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815262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B3FA79AB-3280-3942-8811-1F447CF932F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82635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226A25B-26CF-1C41-961E-12B3F363E00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150007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6B7DA53-39E1-40DB-8E3D-AC55EE3B9D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29D22D92-75BB-4297-B843-557296E6CB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E4BED6B8-7C00-4120-ABBA-D82093551AC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7E68CA9F-EC78-418D-9A6B-0239F68A44B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89295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9FBF1373-D4D2-4CA6-A203-BB25B6AE23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56667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E87B3F04-4595-45EE-8C80-2D66D058FFB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039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FAFD4B38-A351-4DBA-B2B5-067F273948E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991412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4123792965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2756647"/>
            <a:ext cx="11430000" cy="3404441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675CFBC7-8550-4627-B678-91E938DCAA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1000" y="1943955"/>
            <a:ext cx="11430000" cy="631158"/>
          </a:xfr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9530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1364265"/>
            <a:ext cx="11430000" cy="4796823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78730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008FD0-AD04-4958-83B5-7F755546E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752BD-0233-480F-B3CC-46DD91E93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92578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BC0154-8F01-45CA-849D-34E3AE00CF0F}"/>
              </a:ext>
            </a:extLst>
          </p:cNvPr>
          <p:cNvGrpSpPr>
            <a:grpSpLocks noChangeAspect="1"/>
          </p:cNvGrpSpPr>
          <p:nvPr/>
        </p:nvGrpSpPr>
        <p:grpSpPr>
          <a:xfrm>
            <a:off x="9554578" y="5833249"/>
            <a:ext cx="2256422" cy="605651"/>
            <a:chOff x="9638475" y="1219200"/>
            <a:chExt cx="1389888" cy="373063"/>
          </a:xfrm>
          <a:effectLst/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AE479CA-D694-4F45-BD11-38BE36BB3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38475" y="1372165"/>
              <a:ext cx="1389888" cy="220098"/>
            </a:xfrm>
            <a:prstGeom prst="rect">
              <a:avLst/>
            </a:prstGeom>
          </p:spPr>
        </p:pic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6BA3475-6F51-4B12-8741-D94FF0367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8925" y="1219200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1AB612-3710-45D4-9355-B422D880C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Insert title at 36pt, min 30pt</a:t>
            </a:r>
          </a:p>
        </p:txBody>
      </p:sp>
    </p:spTree>
    <p:extLst>
      <p:ext uri="{BB962C8B-B14F-4D97-AF65-F5344CB8AC3E}">
        <p14:creationId xmlns:p14="http://schemas.microsoft.com/office/powerpoint/2010/main" val="20097703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copyr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0404CCCA-4129-4663-91C0-1D86079B09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848CCB8-4740-4B43-BCEF-5A546C1195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81575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urple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77305F73-3F10-4781-AEC1-D21924227102}"/>
              </a:ext>
            </a:extLst>
          </p:cNvPr>
          <p:cNvSpPr txBox="1">
            <a:spLocks/>
          </p:cNvSpPr>
          <p:nvPr/>
        </p:nvSpPr>
        <p:spPr>
          <a:xfrm>
            <a:off x="355739" y="6537399"/>
            <a:ext cx="4141956" cy="161962"/>
          </a:xfrm>
          <a:prstGeom prst="rect">
            <a:avLst/>
          </a:prstGeom>
        </p:spPr>
        <p:txBody>
          <a:bodyPr vert="horz" wrap="square" lIns="0" tIns="60930" rIns="0" bIns="6093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800" b="0" i="0" kern="120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  <a:lvl2pPr marL="60944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2188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82832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43777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3047213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3656656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4266097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4875541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800" dirty="0">
                <a:solidFill>
                  <a:schemeClr val="bg1">
                    <a:alpha val="50000"/>
                  </a:schemeClr>
                </a:solidFill>
              </a:rPr>
              <a:t>Copyright © 2020 Accenture. All rights reserved.</a:t>
            </a:r>
            <a:endParaRPr lang="en-AU" sz="800" dirty="0">
              <a:solidFill>
                <a:schemeClr val="bg1"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98951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est Master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F3EA-AEAF-C548-BD0C-AD25459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816B7-92BE-DC41-81A1-B94823C5B2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4488" y="1219200"/>
            <a:ext cx="11510962" cy="483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4E4E6-DE9C-9B41-A230-03A839F777D8}"/>
              </a:ext>
            </a:extLst>
          </p:cNvPr>
          <p:cNvSpPr txBox="1">
            <a:spLocks/>
          </p:cNvSpPr>
          <p:nvPr/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 2019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20631652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91C0017E-4521-4295-9033-A405A2FA81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43EE0978-DC3A-4D86-83BC-C2F42549CA6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74B3D656-7B78-4FFC-881D-DD01CAC5AD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952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318202-F5EF-4F94-A2FB-2820022F3F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pic>
        <p:nvPicPr>
          <p:cNvPr id="8" name="Picture 7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337CFDD-6A45-4B8B-A44A-81963DA234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1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image" Target="../media/image12.png"/><Relationship Id="rId3" Type="http://schemas.openxmlformats.org/officeDocument/2006/relationships/slideLayout" Target="../slideLayouts/slideLayout12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image" Target="../media/image11.png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image" Target="../media/image10.png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image" Target="../media/image9.png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image" Target="../media/image8.png"/><Relationship Id="rId27" Type="http://schemas.openxmlformats.org/officeDocument/2006/relationships/image" Target="../media/image1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9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7.xml"/><Relationship Id="rId47" Type="http://schemas.openxmlformats.org/officeDocument/2006/relationships/slideLayout" Target="../slideLayouts/slideLayout92.xml"/><Relationship Id="rId50" Type="http://schemas.openxmlformats.org/officeDocument/2006/relationships/slideLayout" Target="../slideLayouts/slideLayout95.xml"/><Relationship Id="rId55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82.xml"/><Relationship Id="rId40" Type="http://schemas.openxmlformats.org/officeDocument/2006/relationships/slideLayout" Target="../slideLayouts/slideLayout85.xml"/><Relationship Id="rId45" Type="http://schemas.openxmlformats.org/officeDocument/2006/relationships/slideLayout" Target="../slideLayouts/slideLayout90.xml"/><Relationship Id="rId53" Type="http://schemas.openxmlformats.org/officeDocument/2006/relationships/slideLayout" Target="../slideLayouts/slideLayout98.xml"/><Relationship Id="rId58" Type="http://schemas.openxmlformats.org/officeDocument/2006/relationships/theme" Target="../theme/theme5.xml"/><Relationship Id="rId5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80.xml"/><Relationship Id="rId43" Type="http://schemas.openxmlformats.org/officeDocument/2006/relationships/slideLayout" Target="../slideLayouts/slideLayout88.xml"/><Relationship Id="rId48" Type="http://schemas.openxmlformats.org/officeDocument/2006/relationships/slideLayout" Target="../slideLayouts/slideLayout93.xml"/><Relationship Id="rId56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53.xml"/><Relationship Id="rId51" Type="http://schemas.openxmlformats.org/officeDocument/2006/relationships/slideLayout" Target="../slideLayouts/slideLayout96.xml"/><Relationship Id="rId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83.xml"/><Relationship Id="rId46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65.xml"/><Relationship Id="rId41" Type="http://schemas.openxmlformats.org/officeDocument/2006/relationships/slideLayout" Target="../slideLayouts/slideLayout86.xml"/><Relationship Id="rId54" Type="http://schemas.openxmlformats.org/officeDocument/2006/relationships/slideLayout" Target="../slideLayouts/slideLayout99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81.xml"/><Relationship Id="rId49" Type="http://schemas.openxmlformats.org/officeDocument/2006/relationships/slideLayout" Target="../slideLayouts/slideLayout94.xml"/><Relationship Id="rId57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76.xml"/><Relationship Id="rId44" Type="http://schemas.openxmlformats.org/officeDocument/2006/relationships/slideLayout" Target="../slideLayouts/slideLayout89.xml"/><Relationship Id="rId52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F6B3343-B4EF-4BC5-A753-D80C4EADB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299A5035-44EB-4653-8F65-351427FC9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Accenture_Technology" hidden="1">
            <a:extLst>
              <a:ext uri="{FF2B5EF4-FFF2-40B4-BE49-F238E27FC236}">
                <a16:creationId xmlns:a16="http://schemas.microsoft.com/office/drawing/2014/main" id="{7F561B55-4A32-431D-8BA4-1A51234302A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243985"/>
            <a:ext cx="2024293" cy="333289"/>
          </a:xfrm>
          <a:prstGeom prst="rect">
            <a:avLst/>
          </a:prstGeom>
        </p:spPr>
      </p:pic>
      <p:pic>
        <p:nvPicPr>
          <p:cNvPr id="9" name="Accenture_Strategy" hidden="1">
            <a:extLst>
              <a:ext uri="{FF2B5EF4-FFF2-40B4-BE49-F238E27FC236}">
                <a16:creationId xmlns:a16="http://schemas.microsoft.com/office/drawing/2014/main" id="{C33EDD26-4BAD-4452-B33F-48241F98D591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10" name="Accenture_Operations" hidden="1">
            <a:extLst>
              <a:ext uri="{FF2B5EF4-FFF2-40B4-BE49-F238E27FC236}">
                <a16:creationId xmlns:a16="http://schemas.microsoft.com/office/drawing/2014/main" id="{88E87CB4-5755-499D-91D5-9B8DF482A9E0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11" name="Accenture_Mobility" hidden="1">
            <a:extLst>
              <a:ext uri="{FF2B5EF4-FFF2-40B4-BE49-F238E27FC236}">
                <a16:creationId xmlns:a16="http://schemas.microsoft.com/office/drawing/2014/main" id="{CADE9D37-50D3-4E92-9D49-2C716078D159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12" name="Accenture_Interactive" hidden="1">
            <a:extLst>
              <a:ext uri="{FF2B5EF4-FFF2-40B4-BE49-F238E27FC236}">
                <a16:creationId xmlns:a16="http://schemas.microsoft.com/office/drawing/2014/main" id="{279B5443-5FDB-4D90-9C86-4ACF31740D6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13" name="Accenture_Analytics" hidden="1">
            <a:extLst>
              <a:ext uri="{FF2B5EF4-FFF2-40B4-BE49-F238E27FC236}">
                <a16:creationId xmlns:a16="http://schemas.microsoft.com/office/drawing/2014/main" id="{7E3C0033-CE00-4F44-B4DA-32082D33C83C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4" name="Accenture_Digital" hidden="1">
            <a:extLst>
              <a:ext uri="{FF2B5EF4-FFF2-40B4-BE49-F238E27FC236}">
                <a16:creationId xmlns:a16="http://schemas.microsoft.com/office/drawing/2014/main" id="{D9D2CA43-44F5-4DDC-AF71-4F5FDFF1B30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15" name="Accenture_Consulting" hidden="1">
            <a:extLst>
              <a:ext uri="{FF2B5EF4-FFF2-40B4-BE49-F238E27FC236}">
                <a16:creationId xmlns:a16="http://schemas.microsoft.com/office/drawing/2014/main" id="{3344A5AB-F329-4B8E-8006-34B6E40B0028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9" y="6244783"/>
            <a:ext cx="1942440" cy="33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2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</p:sldLayoutIdLst>
  <p:hf hdr="0" ft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3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6A2A5F-288B-3542-806F-FB615634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65" y="439051"/>
            <a:ext cx="11430000" cy="1222515"/>
          </a:xfrm>
        </p:spPr>
        <p:txBody>
          <a:bodyPr>
            <a:normAutofit/>
          </a:bodyPr>
          <a:lstStyle/>
          <a:p>
            <a:r>
              <a:rPr lang="en-US" dirty="0"/>
              <a:t>Instructions</a:t>
            </a:r>
            <a:b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sz="2400" i="1" dirty="0">
                <a:solidFill>
                  <a:schemeClr val="accent1"/>
                </a:solidFill>
              </a:rPr>
              <a:t>Reference slide– Remove before submission</a:t>
            </a:r>
            <a:endParaRPr lang="en-US" i="1" dirty="0">
              <a:solidFill>
                <a:schemeClr val="accent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494971-71B0-4CA2-89A9-F9EC76D089DD}"/>
              </a:ext>
            </a:extLst>
          </p:cNvPr>
          <p:cNvSpPr/>
          <p:nvPr/>
        </p:nvSpPr>
        <p:spPr>
          <a:xfrm>
            <a:off x="370951" y="1608547"/>
            <a:ext cx="10712987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 the given template for your idea submission.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EC1751-A58D-4A0D-88DD-075C6AE827BF}"/>
              </a:ext>
            </a:extLst>
          </p:cNvPr>
          <p:cNvSpPr/>
          <p:nvPr/>
        </p:nvSpPr>
        <p:spPr>
          <a:xfrm>
            <a:off x="370949" y="2329907"/>
            <a:ext cx="10712987" cy="633983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Follow file naming format: Team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name_Idea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Name.pptx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DE17896-5D88-45F7-849C-AF7EC28E5B50}"/>
              </a:ext>
            </a:extLst>
          </p:cNvPr>
          <p:cNvSpPr/>
          <p:nvPr/>
        </p:nvSpPr>
        <p:spPr>
          <a:xfrm>
            <a:off x="370952" y="3097377"/>
            <a:ext cx="10712984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Ensure the spell check is done before submitting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117F32-B092-4525-A062-F5334ADDEC51}"/>
              </a:ext>
            </a:extLst>
          </p:cNvPr>
          <p:cNvSpPr/>
          <p:nvPr/>
        </p:nvSpPr>
        <p:spPr>
          <a:xfrm>
            <a:off x="370951" y="3841792"/>
            <a:ext cx="10712984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 standard Arial font, alignment and relevant images (as required)</a:t>
            </a:r>
          </a:p>
        </p:txBody>
      </p:sp>
    </p:spTree>
    <p:extLst>
      <p:ext uri="{BB962C8B-B14F-4D97-AF65-F5344CB8AC3E}">
        <p14:creationId xmlns:p14="http://schemas.microsoft.com/office/powerpoint/2010/main" val="28095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/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3" name="Picture Placeholder 75">
            <a:extLst>
              <a:ext uri="{FF2B5EF4-FFF2-40B4-BE49-F238E27FC236}">
                <a16:creationId xmlns:a16="http://schemas.microsoft.com/office/drawing/2014/main" id="{8DF0ED10-FA32-47BA-8D4F-7620C7B46FA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991" y="2405772"/>
            <a:ext cx="1434219" cy="1471323"/>
          </a:xfrm>
          <a:prstGeom prst="rect">
            <a:avLst/>
          </a:prstGeom>
        </p:spPr>
      </p:pic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1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 (Team Leader)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3373B-BBFC-437A-A7F1-E5017F23DD33}"/>
              </a:ext>
            </a:extLst>
          </p:cNvPr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Graphik"/>
                <a:ea typeface="+mn-ea"/>
                <a:cs typeface="+mn-cs"/>
              </a:rPr>
              <a:t>All fields are mandatory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751413" y="4203349"/>
            <a:ext cx="1474707" cy="8111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C230-E21C-4184-9D11-81950CC08A89}"/>
              </a:ext>
            </a:extLst>
          </p:cNvPr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Placeholder 75">
            <a:extLst>
              <a:ext uri="{FF2B5EF4-FFF2-40B4-BE49-F238E27FC236}">
                <a16:creationId xmlns:a16="http://schemas.microsoft.com/office/drawing/2014/main" id="{5E355391-27FE-4824-9548-B5688C3FCC2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4018" y="2405772"/>
            <a:ext cx="1434219" cy="1471323"/>
          </a:xfrm>
          <a:prstGeom prst="rect">
            <a:avLst/>
          </a:prstGeom>
        </p:spPr>
      </p:pic>
      <p:sp>
        <p:nvSpPr>
          <p:cNvPr id="67" name="Text Placeholder 27">
            <a:extLst>
              <a:ext uri="{FF2B5EF4-FFF2-40B4-BE49-F238E27FC236}">
                <a16:creationId xmlns:a16="http://schemas.microsoft.com/office/drawing/2014/main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65643" y="2098914"/>
            <a:ext cx="1437297" cy="8111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/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31AF-0078-459E-83A3-73A8BC9A11B8}"/>
              </a:ext>
            </a:extLst>
          </p:cNvPr>
          <p:cNvSpPr txBox="1"/>
          <p:nvPr/>
        </p:nvSpPr>
        <p:spPr>
          <a:xfrm>
            <a:off x="2637616" y="5236045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</a:p>
        </p:txBody>
      </p:sp>
      <p:pic>
        <p:nvPicPr>
          <p:cNvPr id="2" name="Picture Placeholder 75">
            <a:extLst>
              <a:ext uri="{FF2B5EF4-FFF2-40B4-BE49-F238E27FC236}">
                <a16:creationId xmlns:a16="http://schemas.microsoft.com/office/drawing/2014/main" id="{5EAA4F6C-4EAD-B06C-205E-12296866797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35" y="4361533"/>
            <a:ext cx="1434219" cy="147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6145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Describe the problem statement (200 words)</a:t>
            </a:r>
            <a:endParaRPr lang="en-IN" sz="2000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40961" y="342685"/>
            <a:ext cx="11282796" cy="423125"/>
          </a:xfr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Proposed solution (200 words)</a:t>
            </a:r>
          </a:p>
        </p:txBody>
      </p:sp>
    </p:spTree>
    <p:extLst>
      <p:ext uri="{BB962C8B-B14F-4D97-AF65-F5344CB8AC3E}">
        <p14:creationId xmlns:p14="http://schemas.microsoft.com/office/powerpoint/2010/main" val="2205980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00020" y="296965"/>
            <a:ext cx="11591959" cy="480276"/>
          </a:xfrm>
          <a:solidFill>
            <a:srgbClr val="A100FF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Video</a:t>
            </a:r>
            <a:endParaRPr lang="en-IN" sz="2000" b="1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60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5190523" cy="984885"/>
          </a:xfrm>
        </p:spPr>
        <p:txBody>
          <a:bodyPr/>
          <a:lstStyle/>
          <a:p>
            <a:r>
              <a:rPr lang="en-US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393161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1_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4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118</Words>
  <Application>Microsoft Office PowerPoint</Application>
  <PresentationFormat>Widescreen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Accenture 2025</vt:lpstr>
      <vt:lpstr>1_Titles</vt:lpstr>
      <vt:lpstr>Titles</vt:lpstr>
      <vt:lpstr>1_Office Theme</vt:lpstr>
      <vt:lpstr>1_Accenture 2025</vt:lpstr>
      <vt:lpstr>PowerPoint Presentation</vt:lpstr>
      <vt:lpstr>Instructions Reference slide– Remove before submission</vt:lpstr>
      <vt:lpstr>Team details</vt:lpstr>
      <vt:lpstr>Describe the problem statement (200 words)</vt:lpstr>
      <vt:lpstr>Proposed solution (200 words)</vt:lpstr>
      <vt:lpstr>Video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Gupta, Sumit</cp:lastModifiedBy>
  <cp:revision>3</cp:revision>
  <dcterms:created xsi:type="dcterms:W3CDTF">2026-07-24T04:09:52Z</dcterms:created>
  <dcterms:modified xsi:type="dcterms:W3CDTF">2026-08-12T11:52:50Z</dcterms:modified>
</cp:coreProperties>
</file>